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User &amp;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Job executor: </a:t>
            </a:r>
            <a:r>
              <a:rPr sz="1800">
                <a:solidFill>
                  <a:srgbClr val="FFFFFF"/>
                </a:solidFill>
              </a:rPr>
              <a:t>Học viên vừa xem xong slide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Core JTBD: </a:t>
            </a:r>
            <a:r>
              <a:rPr sz="1800">
                <a:solidFill>
                  <a:srgbClr val="FFFFFF"/>
                </a:solidFill>
              </a:rPr>
              <a:t>Kiểm tra nhanh mức độ nhớ kiến thức trước khi hỏi tutor hoặc tiếp tục bài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Pain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[TODO: Mining result]</a:t>
            </a:r>
            <a:br/>
            <a:r>
              <a:t>VD: 67/200 chatlog (33.5%) học viên hỏi tutor "em có hiểu đúng không" hoặc "kiểm tra hiểu của em" ngay sau xem slide.</a:t>
            </a:r>
            <a:br/>
            <a:br/>
            <a:r>
              <a:t>[TODO: Survey result]</a:t>
            </a:r>
            <a:br/>
            <a:r>
              <a:t>VD: 18/22 học viên khảo sát (82%) xác nhận "muốn tự kiểm tra trước khi hỏi để không hỏi sai trọng tâm".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F3F4F6"/>
                </a:solidFill>
              </a:defRPr>
            </a:pPr>
            <a:r>
              <a:t>CP1 Canvas → spec.md §1-2 + evidence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Vì sao chọn tính năng này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8090"/>
                </a:solidFill>
              </a:defRPr>
            </a:pPr>
            <a:r>
              <a:t>Impact Comparison (3 ứng viên)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[TODO: Bảng impact 3 ứng viên]</a:t>
            </a:r>
            <a:br/>
            <a:br/>
            <a:r>
              <a:t>Cột: Ứng viên | Người gặp | Tần suất | Mỗi lần tốn | Build nổi? | Chọn?</a:t>
            </a:r>
            <a:br/>
            <a:br/>
            <a:r>
              <a:t>1. Quiz từ slide: ~200 HV, mỗi buổi, 5-10' tìm câu hỏi, ✓, CHỌN</a:t>
            </a:r>
            <a:br/>
            <a:r>
              <a:t>2. Tóm tắt buổi: [TODO], mỗi buổi, 15' viết notes, ✓, ✗ Evidence yếu</a:t>
            </a:r>
            <a:br/>
            <a:r>
              <a:t>3. Chatbot logistics: [TODO], mỗi tuần, chờ TA, ✓, ✗ Ít người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spec.md §2 Impact Table + ứng viên đã loại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Giải pháp &amp; Demo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Lát cắt (1 câu)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Học viên vừa xem xong slide → tải slide lên → AI tạo quiz 4 lựa chọn → làm quiz trong VLearn → xem đáp án + nguồn trích dẫn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Automation: Conditional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Chỉ tạo khi slide có đủ text rõ ràng. Slide toàn ảnh → từ chối + gợi ý.</a:t>
            </a:r>
            <a:br/>
            <a:br/>
            <a:r>
              <a:t>Cost-of-error: Câu hỏi sai → học viên học sai kiến thức. Grounded refusal &gt; confident hallucination.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DEMO LIVE</a:t>
            </a:r>
            <a:br/>
            <a:br/>
            <a:r>
              <a:t>[Chạy prototype]</a:t>
            </a:r>
            <a:br/>
            <a:br/>
            <a:r>
              <a:t>1 case happy + 1 case chỗ khó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spec.md §4 + LIVE không 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Kết quả đo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28090"/>
                </a:solidFill>
              </a:defRPr>
            </a:pPr>
            <a:r>
              <a:t>Quality Bar (chốt 23:59 N1)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[TODO: Bar]</a:t>
            </a:r>
            <a:br/>
            <a:br/>
            <a:r>
              <a:t>VD: Đạt khi ≥75% qua golden set VÀ 0% câu hỏi bịa nguồn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28090"/>
                </a:solidFill>
              </a:defRPr>
            </a:pPr>
            <a:r>
              <a:t>Kết quả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212121"/>
                </a:solidFill>
              </a:defRPr>
            </a:pPr>
            <a:r>
              <a:t>[TODO: %]</a:t>
            </a:r>
            <a:br/>
            <a:br/>
            <a:r>
              <a:t>VD: 18/24 (75%) - ĐẠT</a:t>
            </a:r>
            <a:br/>
            <a:r>
              <a:t>VD: 16/24 (67%) - CHƯA ĐẠT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Failure đáng kể nhất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3291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[TODO: Case fail + phân tích]</a:t>
            </a:r>
            <a:br/>
            <a:br/>
            <a:r>
              <a:t>VD: 3/4 slide toàn ảnh vẫn gen → bịa.</a:t>
            </a:r>
            <a:br/>
            <a:r>
              <a:t>Nguyên nhân: Threshold 50→200 chars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spec.md §7 + eval/runs/ — GHI NHẬN TRUNG THỰC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User thật nói gì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[TODO: Quote 1]</a:t>
            </a:r>
            <a:br/>
            <a:br/>
            <a:r>
              <a:t>VD: "Slide toàn diagram, nó báo không đủ text — đúng." — Minh, HV B3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37160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[TODO: Quote 2]</a:t>
            </a:r>
            <a:br/>
            <a:br/>
            <a:r>
              <a:t>VD: "Trích dẫn trang giúp mình quay lại xem ngay." — Hương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8090"/>
                </a:solidFill>
              </a:defRPr>
            </a:pPr>
            <a:r>
              <a:t>Thay đổi từ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[TODO: ≥1 thay đổi]</a:t>
            </a:r>
            <a:br/>
            <a:br/>
            <a:r>
              <a:t>VD: ĐÃ SỬA: Thêm nút Hủy rõ ràng.</a:t>
            </a:r>
            <a:br/>
            <a:r>
              <a:t>VD: GIỮ: One-at-a-time vì preserves momentum.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validation/ ≥5 người + Changelog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Nếu có thêm 1 tuần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Ưu tiên từ feedback/failure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1. [TODO: Priority từ failure]</a:t>
            </a:r>
            <a:br/>
            <a:r>
              <a:t>   VD: Nâng threshold 50→200 chars chặn slide image-heavy</a:t>
            </a:r>
            <a:br/>
            <a:br/>
            <a:r>
              <a:t>2. [TODO: Priority từ validation]</a:t>
            </a:r>
            <a:br/>
            <a:r>
              <a:t>   VD: Link "Xem nguồn" mở PDF tại đúng trang</a:t>
            </a:r>
            <a:br/>
            <a:br/>
            <a:r>
              <a:t>3. [TODO: Backlog]</a:t>
            </a:r>
            <a:br/>
            <a:r>
              <a:t>   VD: OCR tiếng Việt có dấu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Bài học lớn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[TODO: Bài học từ case fail]</a:t>
            </a:r>
            <a:br/>
            <a:br/>
            <a:r>
              <a:t>VD: Khi AI refuse, PHẢI có actionable recovery — không gợi ý "làm gì tiếp" thì user bỏ luôn.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F3F4F6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